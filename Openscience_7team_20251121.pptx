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8" userDrawn="1">
          <p15:clr>
            <a:srgbClr val="A4A3A4"/>
          </p15:clr>
        </p15:guide>
        <p15:guide id="2" pos="461" userDrawn="1">
          <p15:clr>
            <a:srgbClr val="A4A3A4"/>
          </p15:clr>
        </p15:guide>
        <p15:guide id="3" orient="horz" pos="3158" userDrawn="1">
          <p15:clr>
            <a:srgbClr val="A4A3A4"/>
          </p15:clr>
        </p15:guide>
        <p15:guide id="4" orient="horz" pos="890" userDrawn="1">
          <p15:clr>
            <a:srgbClr val="A4A3A4"/>
          </p15:clr>
        </p15:guide>
        <p15:guide id="5" orient="horz" pos="164" userDrawn="1">
          <p15:clr>
            <a:srgbClr val="A4A3A4"/>
          </p15:clr>
        </p15:guide>
        <p15:guide id="6" orient="horz" pos="1729" userDrawn="1">
          <p15:clr>
            <a:srgbClr val="A4A3A4"/>
          </p15:clr>
        </p15:guide>
        <p15:guide id="7" pos="27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03" autoAdjust="0"/>
    <p:restoredTop sz="95477" autoAdjust="0"/>
  </p:normalViewPr>
  <p:slideViewPr>
    <p:cSldViewPr snapToGrid="0">
      <p:cViewPr varScale="1">
        <p:scale>
          <a:sx n="105" d="100"/>
          <a:sy n="105" d="100"/>
        </p:scale>
        <p:origin x="92" y="64"/>
      </p:cViewPr>
      <p:guideLst>
        <p:guide orient="horz" pos="3748"/>
        <p:guide pos="461"/>
        <p:guide orient="horz" pos="3158"/>
        <p:guide orient="horz" pos="890"/>
        <p:guide orient="horz" pos="164"/>
        <p:guide orient="horz" pos="1729"/>
        <p:guide pos="27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893A7-208D-49A2-ADF3-6D51FF1E3A67}" type="datetime1">
              <a:rPr lang="ko-KR" altLang="en-US" smtClean="0">
                <a:latin typeface="+mj-lt"/>
              </a:rPr>
              <a:t>2025-11-21</a:t>
            </a:fld>
            <a:endParaRPr lang="ko-KR" altLang="en-US" dirty="0">
              <a:latin typeface="+mj-lt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+mj-lt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C9CB7-07FF-4D57-AB49-9C3B8C50138F}" type="slidenum">
              <a:rPr lang="en-US" altLang="ko-KR" smtClean="0">
                <a:latin typeface="+mj-lt"/>
              </a:rPr>
              <a:t>‹#›</a:t>
            </a:fld>
            <a:endParaRPr lang="ko-KR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397970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888382B4-BA11-4387-BBF0-6A871BD5BB3D}" type="datetime1">
              <a:rPr lang="ko-KR" altLang="en-US" smtClean="0"/>
              <a:pPr/>
              <a:t>2025-11-21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j-ea"/>
                <a:ea typeface="+mj-ea"/>
              </a:defRPr>
            </a:lvl1pPr>
          </a:lstStyle>
          <a:p>
            <a:endParaRPr lang="ko-KR" altLang="en-US" noProof="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j-ea"/>
                <a:ea typeface="+mj-ea"/>
              </a:defRPr>
            </a:lvl1pPr>
          </a:lstStyle>
          <a:p>
            <a:fld id="{D5939589-3E79-4C82-AA4A-FE78234FAA59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11" name="직선 연결선(S)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2 슬라이드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그래픽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그래픽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그래픽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그림 개체 틀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1" name="그래픽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래픽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그래픽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28600"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57200"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685800"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9" name="직선 연결선(S)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그래픽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그래픽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구역 머리글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4" name="그래픽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그래픽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그래픽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그래픽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래픽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래픽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제목 및 콘텐츠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9" name="그래픽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그래픽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두 개의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그래픽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그래픽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래픽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래픽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  <p:cxnSp>
        <p:nvCxnSpPr>
          <p:cNvPr id="10" name="직선 연결선(S)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그래픽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그래픽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그래픽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텍스트 개체 틀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17" name="내용 개체 틀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직함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cxnSp>
        <p:nvCxnSpPr>
          <p:cNvPr id="7" name="직선 연결선(S)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0" name="그림 개체 틀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11" name="그림 개체 틀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그림 개체 틀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1" name="그림 개체 틀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30" name="그림 개체 틀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US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그래픽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그래픽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그래픽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(S)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5" name="직선 연결선(S)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  <a:p>
            <a:pPr lvl="1" rtl="0"/>
            <a:r>
              <a:rPr lang="ko-KR" altLang="en-US" noProof="0"/>
              <a:t>두 번째 수준</a:t>
            </a:r>
          </a:p>
          <a:p>
            <a:pPr lvl="2" rtl="0"/>
            <a:r>
              <a:rPr lang="ko-KR" altLang="en-US" noProof="0"/>
              <a:t>세 번째 수준</a:t>
            </a:r>
          </a:p>
          <a:p>
            <a:pPr lvl="3" rtl="0"/>
            <a:r>
              <a:rPr lang="ko-KR" altLang="en-US" noProof="0"/>
              <a:t>네 번째 수준</a:t>
            </a:r>
          </a:p>
          <a:p>
            <a:pPr lvl="4" rtl="0"/>
            <a:r>
              <a:rPr lang="ko-KR" altLang="en-US" noProof="0"/>
              <a:t>다섯 번째 수준</a:t>
            </a:r>
            <a:endParaRPr lang="ko-KR" altLang="en-US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US" noProof="0" dirty="0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en-US" altLang="ko-KR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ko-KR" altLang="en-US" noProof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ko-KR" altLang="en-US" noProof="0" dirty="0"/>
              <a:t>프레젠테이션 제목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en-US" altLang="ko-KR" noProof="0" smtClean="0"/>
              <a:t>‹#›</a:t>
            </a:fld>
            <a:endParaRPr lang="ko-KR" altLang="en-US" noProof="0" dirty="0"/>
          </a:p>
        </p:txBody>
      </p:sp>
      <p:cxnSp>
        <p:nvCxnSpPr>
          <p:cNvPr id="8" name="직선 연결선(S)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noProof="0" dirty="0"/>
              <a:t>9/3/20XX</a:t>
            </a:r>
            <a:endParaRPr lang="ko-KR" altLang="en-US" noProof="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프레젠테이션 제목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8DA9DAA-006C-4F4B-980E-E3DF019B24E2}" type="slidenum">
              <a:rPr lang="en-US" altLang="ko-KR" noProof="0" smtClean="0"/>
              <a:pPr/>
              <a:t>‹#›</a:t>
            </a:fld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C2CE24-52FE-20C6-B301-ABF55507DE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DDBB59-2F53-0FDD-B3E2-655AD15411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84021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13_TF89338750_Win32.potx" id="{700DB809-292A-4B13-B444-555C3CA3BAF9}" vid="{A356E11F-EA95-4991-AC6F-0A9671DA64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110D8875855AB4C89D291DFF235FA02" ma:contentTypeVersion="1" ma:contentTypeDescription="새 문서를 만듭니다." ma:contentTypeScope="" ma:versionID="396c306ffa7ca537e02a494f094340aa">
  <xsd:schema xmlns:xsd="http://www.w3.org/2001/XMLSchema" xmlns:xs="http://www.w3.org/2001/XMLSchema" xmlns:p="http://schemas.microsoft.com/office/2006/metadata/properties" xmlns:ns3="b07b3248-2bed-464f-9518-4d8158018a1c" targetNamespace="http://schemas.microsoft.com/office/2006/metadata/properties" ma:root="true" ma:fieldsID="7e8a01f81857b2760c8292b7bbb803ff" ns3:_="">
    <xsd:import namespace="b07b3248-2bed-464f-9518-4d8158018a1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7b3248-2bed-464f-9518-4d8158018a1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919F73-B6C2-4A43-95E2-833EC48925FE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b07b3248-2bed-464f-9518-4d8158018a1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B98A14A-44BA-4B9B-8C67-AE7A7CD110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7b3248-2bed-464f-9518-4d8158018a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{8F4EF885-4002-4B7B-AA89-E2CAA14AC6AB}TF54b766f8-63ee-43b7-9d15-113a5f3050289d8de300_win32-8e093e5e8a85</Template>
  <TotalTime>20876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GradientUnivers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[1학년 7반]남윤아</dc:creator>
  <cp:lastModifiedBy>[1학년 7반]남윤아</cp:lastModifiedBy>
  <cp:revision>905</cp:revision>
  <dcterms:created xsi:type="dcterms:W3CDTF">2025-10-29T23:33:00Z</dcterms:created>
  <dcterms:modified xsi:type="dcterms:W3CDTF">2025-11-21T05:21:48Z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0x0101005110D8875855AB4C89D291DFF235FA02</vt:lpwstr>
  </property>
</Properties>
</file>